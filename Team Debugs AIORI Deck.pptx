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Montserrat Bold" charset="1" panose="00000800000000000000"/>
      <p:regular r:id="rId7"/>
    </p:embeddedFont>
    <p:embeddedFont>
      <p:font typeface="Montserrat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82750" y="0"/>
            <a:ext cx="3905250" cy="10287000"/>
            <a:chOff x="0" y="0"/>
            <a:chExt cx="5207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07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3FB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07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6762750"/>
            <a:ext cx="10668000" cy="38100"/>
            <a:chOff x="0" y="0"/>
            <a:chExt cx="142240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0" cy="50800"/>
            </a:xfrm>
            <a:custGeom>
              <a:avLst/>
              <a:gdLst/>
              <a:ahLst/>
              <a:cxnLst/>
              <a:rect r="r" b="b" t="t" l="l"/>
              <a:pathLst>
                <a:path h="508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22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43000" y="2590800"/>
            <a:ext cx="12382500" cy="169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450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for</a:t>
            </a:r>
          </a:p>
          <a:p>
            <a:pPr algn="l">
              <a:lnSpc>
                <a:spcPts val="6579"/>
              </a:lnSpc>
            </a:pPr>
            <a:r>
              <a:rPr lang="en-US" sz="6450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Your Attention!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100" y="6819900"/>
            <a:ext cx="1047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99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DEBUGS · AIORI HACKATHON 3 · PS-032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100" y="7581900"/>
            <a:ext cx="125730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Make every RPKI change explainable — from authorization to path to reachability.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954250" y="4476750"/>
            <a:ext cx="2762250" cy="1047750"/>
            <a:chOff x="0" y="0"/>
            <a:chExt cx="3683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8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1344448"/>
                  </a:lnTo>
                  <a:cubicBezTo>
                    <a:pt x="3683000" y="1358386"/>
                    <a:pt x="3677463" y="1371753"/>
                    <a:pt x="3667608" y="1381608"/>
                  </a:cubicBezTo>
                  <a:cubicBezTo>
                    <a:pt x="3657753" y="1391463"/>
                    <a:pt x="3644386" y="1397000"/>
                    <a:pt x="3630448" y="1397000"/>
                  </a:cubicBezTo>
                  <a:lnTo>
                    <a:pt x="52552" y="1397000"/>
                  </a:lnTo>
                  <a:cubicBezTo>
                    <a:pt x="38614" y="1397000"/>
                    <a:pt x="25247" y="1391463"/>
                    <a:pt x="15392" y="1381608"/>
                  </a:cubicBezTo>
                  <a:cubicBezTo>
                    <a:pt x="5537" y="1371753"/>
                    <a:pt x="0" y="1358386"/>
                    <a:pt x="0" y="1344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1F3FB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3683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QUESTIONS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DAHYAo4AoSY</dc:identifier>
  <dcterms:modified xsi:type="dcterms:W3CDTF">2011-08-01T06:04:30Z</dcterms:modified>
  <cp:revision>1</cp:revision>
  <dc:title>Team Debugs AIORI Deck</dc:title>
</cp:coreProperties>
</file>